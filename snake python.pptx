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4FCF4D6-5410-8761-3347-3E377C4C8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E0DCF1F-5288-7D5D-6E5B-DBAA3231A1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FD64C56-65D3-C0F0-45BC-72BC953E7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A2C54-C6C2-41BE-B746-146501F9D2A9}" type="datetimeFigureOut">
              <a:rPr lang="pl-PL" smtClean="0"/>
              <a:t>2.06.2025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EB816A5-ECBC-7DA5-2E08-1D81345E8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B26163E-2F45-9B28-08EC-37D35476F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A9A08-DF66-4602-807F-36AA98003F7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70827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9787DFF-DD42-63A6-61B4-6FF58BD7F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F172F33-428B-8075-640E-F12B09ABD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937F293-48DE-2D02-7ECB-A4EB59BDD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A2C54-C6C2-41BE-B746-146501F9D2A9}" type="datetimeFigureOut">
              <a:rPr lang="pl-PL" smtClean="0"/>
              <a:t>2.06.2025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99AA6E1-7E0B-A9A5-BBD8-D0F214259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3FD417D-EBE3-E131-4FD0-A03C96B3F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A9A08-DF66-4602-807F-36AA98003F7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08755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D113A83-5CF3-A89D-6F35-00A05052A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8166624-E83B-9223-7283-97701D68C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65E1F36-B1C6-5264-FCA8-17AF62F98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A2C54-C6C2-41BE-B746-146501F9D2A9}" type="datetimeFigureOut">
              <a:rPr lang="pl-PL" smtClean="0"/>
              <a:t>2.06.2025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4765EC0-A6CA-7684-6B61-15C70C84A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1A17541-D53E-AA90-6E99-2BC1A8082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A9A08-DF66-4602-807F-36AA98003F7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59937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6E95F20-849E-055A-F4C0-AF42EC4D5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89183EE-E656-6AF9-1F75-4D627CE3C6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6FAFEB51-72BD-F70C-2187-253860691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F8A951F2-7826-5DD2-4AAE-28DFE2CDC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A2C54-C6C2-41BE-B746-146501F9D2A9}" type="datetimeFigureOut">
              <a:rPr lang="pl-PL" smtClean="0"/>
              <a:t>2.06.2025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FCF35AB-A649-A8B7-F161-1634AAC7A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4FEBA73-C9AD-78CD-6AF0-283825312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A9A08-DF66-4602-807F-36AA98003F7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71373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F8D0B93-A6C6-A4A1-8007-C6EF8AC05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526D5DA-7E97-5755-B9A1-745D1C7E3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2F876A5E-D774-6D7B-0F8E-6E78337FA1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99C86B12-26A8-7E4A-36EE-DDCE42DDB5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EE09971F-1F9C-1E1C-95A2-C3F545F5B3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7ACF210B-92DF-F0A9-9F9B-62CD898C6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A2C54-C6C2-41BE-B746-146501F9D2A9}" type="datetimeFigureOut">
              <a:rPr lang="pl-PL" smtClean="0"/>
              <a:t>2.06.2025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6DD6E65C-2234-B591-4902-7BA39A740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4B446F29-C698-908F-EEE6-28938DF56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A9A08-DF66-4602-807F-36AA98003F7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67433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5667D0F-B803-E26A-A32A-1004CB6BF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A3E6335D-1484-7126-A132-9FC90A882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A2C54-C6C2-41BE-B746-146501F9D2A9}" type="datetimeFigureOut">
              <a:rPr lang="pl-PL" smtClean="0"/>
              <a:t>2.06.2025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3471A176-9298-DBCA-B82C-56090406E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895ECAB4-9BA9-71FD-4C8F-589F8751E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A9A08-DF66-4602-807F-36AA98003F7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7136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72946D11-FDDD-9549-2600-DA775422B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A2C54-C6C2-41BE-B746-146501F9D2A9}" type="datetimeFigureOut">
              <a:rPr lang="pl-PL" smtClean="0"/>
              <a:t>2.06.2025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6A80524E-20C9-221F-0C3F-1CC534BDB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9F4F6CC-E24E-AE96-CF8B-B9CBBD037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A9A08-DF66-4602-807F-36AA98003F7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67249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45DB710-4323-B04B-3FAF-003992CD4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85A1D6F-7013-BBD5-C861-C158420AA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8440399-0869-7585-B7D9-670D9CEEA9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9E8FD49-FCFF-26FC-1DB4-0A18B96E9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A2C54-C6C2-41BE-B746-146501F9D2A9}" type="datetimeFigureOut">
              <a:rPr lang="pl-PL" smtClean="0"/>
              <a:t>2.06.2025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D8D364D-2561-A431-CDEC-73304CF1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C7BAE904-27B5-C4AA-5018-93A3EB170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A9A08-DF66-4602-807F-36AA98003F7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99497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59558B3-CC97-FCCE-7B17-0B568ECE7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25B1B91F-06AD-CD5F-E615-D787EF620A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3FAF573-4900-29B3-8C58-8BE8DEC1AD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16997890-3DAE-9FCE-9A51-DEF8939C0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A2C54-C6C2-41BE-B746-146501F9D2A9}" type="datetimeFigureOut">
              <a:rPr lang="pl-PL" smtClean="0"/>
              <a:t>2.06.2025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EFCB2C4-0795-1E73-B34F-C50C05232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142AD36-88B2-7AB9-5D2C-47D5DCC64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A9A08-DF66-4602-807F-36AA98003F7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39266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89C9F4D-B482-D555-57F8-8C18FC715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D42EC0AC-E482-574E-49FD-DBB16BAFE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1988E15-60ED-F875-DE97-94FA072A9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A2C54-C6C2-41BE-B746-146501F9D2A9}" type="datetimeFigureOut">
              <a:rPr lang="pl-PL" smtClean="0"/>
              <a:t>2.06.2025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A4FB509-E847-554A-1FF7-5B6E097E0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DCA8103-B687-3C4F-04D9-76182F8F5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A9A08-DF66-4602-807F-36AA98003F7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2595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EBAF20E1-B22A-590B-18F2-2BA088360B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36E1B1FE-21AE-5C2A-FE5A-0A8CC2F0F8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BF0EC07-5228-AB21-8501-2F8B5BFBA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A2C54-C6C2-41BE-B746-146501F9D2A9}" type="datetimeFigureOut">
              <a:rPr lang="pl-PL" smtClean="0"/>
              <a:t>2.06.2025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CEDF3C6-9074-B2DE-0265-55A9C1DD6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0888CEA-FC5F-7849-7CED-ECDFA7104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A9A08-DF66-4602-807F-36AA98003F7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84413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6A455C1E-BF29-C2CA-6BBE-BC8CEEE08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C9732DD-76D1-6A1D-F2E9-60DD9E2AF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52C8D2D-6DF5-E7ED-2F22-422C0368EE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5A2C54-C6C2-41BE-B746-146501F9D2A9}" type="datetimeFigureOut">
              <a:rPr lang="pl-PL" smtClean="0"/>
              <a:t>2.06.2025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E3F1BA4-23B7-7C90-02B8-905948A01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270E02E-A206-3DBF-0B53-18426D239F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EA9A08-DF66-4602-807F-36AA98003F7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28622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B0604AE-325B-FD11-B48A-444ADEC1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4" y="5490971"/>
            <a:ext cx="6962072" cy="1159200"/>
          </a:xfrm>
        </p:spPr>
        <p:txBody>
          <a:bodyPr anchor="ctr">
            <a:normAutofit/>
          </a:bodyPr>
          <a:lstStyle/>
          <a:p>
            <a:pPr algn="l"/>
            <a:r>
              <a:rPr lang="pl-PL" sz="4000" dirty="0">
                <a:solidFill>
                  <a:srgbClr val="FFFFFF"/>
                </a:solidFill>
              </a:rPr>
              <a:t>Łukasz Korol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CF7C63E-1D4E-F316-924E-A47AF40AEC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6522" y="5633765"/>
            <a:ext cx="3408555" cy="873612"/>
          </a:xfrm>
        </p:spPr>
        <p:txBody>
          <a:bodyPr anchor="ctr">
            <a:normAutofit/>
          </a:bodyPr>
          <a:lstStyle/>
          <a:p>
            <a:pPr algn="l"/>
            <a:r>
              <a:rPr lang="pl-PL" sz="2000" dirty="0">
                <a:solidFill>
                  <a:srgbClr val="FFFFFF"/>
                </a:solidFill>
              </a:rPr>
              <a:t>S30723 c12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8D35F28E-DBC9-C3C3-A0A3-E5B02938F5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47" r="2209"/>
          <a:stretch>
            <a:fillRect/>
          </a:stretch>
        </p:blipFill>
        <p:spPr>
          <a:xfrm>
            <a:off x="1121095" y="390832"/>
            <a:ext cx="10042429" cy="451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511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Symbol zastępczy zawartości 20">
            <a:extLst>
              <a:ext uri="{FF2B5EF4-FFF2-40B4-BE49-F238E27FC236}">
                <a16:creationId xmlns:a16="http://schemas.microsoft.com/office/drawing/2014/main" id="{715B5E95-94A5-7C2B-91CE-0491B81526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792861"/>
            <a:ext cx="11277600" cy="527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222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21E708DF-BE2F-2CBB-C62E-CFC272B2CF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504" r="-2" b="6902"/>
          <a:stretch>
            <a:fillRect/>
          </a:stretch>
        </p:blipFill>
        <p:spPr>
          <a:xfrm>
            <a:off x="809897" y="457200"/>
            <a:ext cx="10572205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083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Symbol zastępczy zawartości 8">
            <a:extLst>
              <a:ext uri="{FF2B5EF4-FFF2-40B4-BE49-F238E27FC236}">
                <a16:creationId xmlns:a16="http://schemas.microsoft.com/office/drawing/2014/main" id="{9334E845-8707-C5EC-DAEE-6771499703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5053" y="457200"/>
            <a:ext cx="8341894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51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5163F176-A14C-1767-D869-A41F153C9E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9451" y="457200"/>
            <a:ext cx="7013097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423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79E6F6C1-C174-ADC6-F11C-F935C9E262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2781" y="457200"/>
            <a:ext cx="8226437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167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Symbol zastępczy zawartości 6">
            <a:extLst>
              <a:ext uri="{FF2B5EF4-FFF2-40B4-BE49-F238E27FC236}">
                <a16:creationId xmlns:a16="http://schemas.microsoft.com/office/drawing/2014/main" id="{B93B9AAE-EFC8-17A6-8A06-98335B7F9D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0" y="457200"/>
            <a:ext cx="9143999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782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D95E7EBD-1146-EFD9-5C62-7C6FEEC533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7070" y="457200"/>
            <a:ext cx="1105786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485577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4</Words>
  <Application>Microsoft Office PowerPoint</Application>
  <PresentationFormat>Panoramiczny</PresentationFormat>
  <Paragraphs>2</Paragraphs>
  <Slides>8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Motyw pakietu Office</vt:lpstr>
      <vt:lpstr>Łukasz Korol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Łukasz Korol</dc:creator>
  <cp:lastModifiedBy>Łukasz Korol</cp:lastModifiedBy>
  <cp:revision>1</cp:revision>
  <dcterms:created xsi:type="dcterms:W3CDTF">2025-06-02T19:24:15Z</dcterms:created>
  <dcterms:modified xsi:type="dcterms:W3CDTF">2025-06-02T20:12:18Z</dcterms:modified>
</cp:coreProperties>
</file>